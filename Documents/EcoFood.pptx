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embeddedFontLst>
    <p:embeddedFont>
      <p:font typeface="Montserrat ExtraBold" pitchFamily="34" charset="0"/>
      <p:bold r:id="rId15"/>
    </p:embeddedFont>
    <p:embeddedFont>
      <p:font typeface="Montserrat ExtraBold" pitchFamily="34" charset="-122"/>
      <p:bold r:id="rId16"/>
    </p:embeddedFont>
    <p:embeddedFont>
      <p:font typeface="Montserrat ExtraBold" pitchFamily="34" charset="-120"/>
      <p:bold r:id="rId17"/>
    </p:embeddedFont>
    <p:embeddedFont>
      <p:font typeface="Inter" panose="02000503000000020004" pitchFamily="34" charset="0"/>
      <p:regular r:id="rId18"/>
      <p:bold r:id="rId19"/>
      <p:italic r:id="rId20"/>
    </p:embeddedFont>
    <p:embeddedFont>
      <p:font typeface="Inter" panose="02000503000000020004" pitchFamily="34" charset="-122"/>
      <p:regular r:id="rId21"/>
      <p:bold r:id="rId22"/>
      <p:italic r:id="rId23"/>
    </p:embeddedFont>
    <p:embeddedFont>
      <p:font typeface="Inter" panose="02000503000000020004" pitchFamily="34" charset="-120"/>
      <p:regular r:id="rId24"/>
      <p:bold r:id="rId25"/>
      <p:italic r:id="rId26"/>
    </p:embeddedFont>
    <p:embeddedFont>
      <p:font typeface="Montserrat" pitchFamily="34" charset="0"/>
      <p:bold r:id="rId27"/>
    </p:embeddedFont>
    <p:embeddedFont>
      <p:font typeface="Montserrat" pitchFamily="34" charset="-122"/>
      <p:bold r:id="rId28"/>
    </p:embeddedFont>
    <p:embeddedFont>
      <p:font typeface="Montserrat" pitchFamily="34" charset="-120"/>
      <p:bold r:id="rId29"/>
    </p:embeddedFont>
    <p:embeddedFont>
      <p:font typeface="Fira Code" panose="020B0809050000020004" pitchFamily="34" charset="0"/>
      <p:regular r:id="rId30"/>
    </p:embeddedFont>
    <p:embeddedFont>
      <p:font typeface="Fira Code" panose="020B0809050000020004" pitchFamily="34" charset="-122"/>
      <p:regular r:id="rId31"/>
    </p:embeddedFont>
    <p:embeddedFont>
      <p:font typeface="Fira Code" panose="020B0809050000020004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font" Target="fonts/font22.fntdata"/><Relationship Id="rId35" Type="http://schemas.openxmlformats.org/officeDocument/2006/relationships/font" Target="fonts/font21.fntdata"/><Relationship Id="rId34" Type="http://schemas.openxmlformats.org/officeDocument/2006/relationships/font" Target="fonts/font20.fntdata"/><Relationship Id="rId33" Type="http://schemas.openxmlformats.org/officeDocument/2006/relationships/font" Target="fonts/font19.fntdata"/><Relationship Id="rId32" Type="http://schemas.openxmlformats.org/officeDocument/2006/relationships/font" Target="fonts/font18.fntdata"/><Relationship Id="rId31" Type="http://schemas.openxmlformats.org/officeDocument/2006/relationships/font" Target="fonts/font17.fntdata"/><Relationship Id="rId30" Type="http://schemas.openxmlformats.org/officeDocument/2006/relationships/font" Target="fonts/font16.fntdata"/><Relationship Id="rId3" Type="http://schemas.openxmlformats.org/officeDocument/2006/relationships/slide" Target="slides/slide1.xml"/><Relationship Id="rId29" Type="http://schemas.openxmlformats.org/officeDocument/2006/relationships/font" Target="fonts/font15.fntdata"/><Relationship Id="rId28" Type="http://schemas.openxmlformats.org/officeDocument/2006/relationships/font" Target="fonts/font14.fntdata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143000"/>
            <a:ext cx="2667000" cy="266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53000" y="1457325"/>
            <a:ext cx="2939899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40804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EcoFood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4953000" y="2381250"/>
            <a:ext cx="3865796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Combate ao Desperdício (ODS 12)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53000" y="3619500"/>
            <a:ext cx="4000500" cy="933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Caio Cesar - QA / Líder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Marlon Bartoli  - Developer Tester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Caio Menezes - Developer FrontEnd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Luiz Henrique - Developer BackEnd/DB</a:t>
            </a:r>
            <a:endParaRPr lang="en-US" sz="1050" dirty="0"/>
          </a:p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F1F1F">
                    <a:alpha val="80000"/>
                  </a:srgbClr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Caik Lima - Developer BackEnd/DB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57200"/>
            <a:ext cx="5235186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Justificativa: O Problema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12564" y="1599158"/>
            <a:ext cx="4383509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4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Segundo a FAO, um terço de toda a comida produzida no mundo é desperdiçada. Esse cenário contrasta com milhões de pessoas que enfrentam a insegurança alimentar diariamente. Nosso projeto atua para reduzir esse impacto social e ambiental.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76800" y="1333500"/>
            <a:ext cx="3657600" cy="304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4535" y="4498975"/>
            <a:ext cx="1718310" cy="2933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ODS 12: PRODUÇÃO RESPONSÁVEL</a:t>
            </a:r>
            <a:endParaRPr lang="en-US" sz="700" b="1" dirty="0">
              <a:solidFill>
                <a:srgbClr val="FFFFFF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66725"/>
            <a:ext cx="3518475" cy="1123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40804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Solução EcoFood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09600" y="1809750"/>
            <a:ext cx="3848130" cy="771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25"/>
              </a:lnSpc>
              <a:buNone/>
            </a:pPr>
            <a:r>
              <a:rPr lang="en-US" sz="13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Nossa plataforma conecta estabelecimentos, como restaurantes e mercados, a ONGs e famílias em situação de vulnerabilidade.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76300" y="3238500"/>
            <a:ext cx="3529667" cy="657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25"/>
              </a:lnSpc>
              <a:buNone/>
            </a:pPr>
            <a:r>
              <a:rPr lang="en-US" sz="1200" i="1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Utilizamos geolocalização e notificações em tempo real para facilitar o encontro e a retirada dos alimentos próximos ao vencimento.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l="1429" r="1429"/>
          <a:stretch>
            <a:fillRect/>
          </a:stretch>
        </p:blipFill>
        <p:spPr>
          <a:xfrm>
            <a:off x="4953000" y="571500"/>
            <a:ext cx="3429000" cy="400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42927" y="381000"/>
            <a:ext cx="3420896" cy="4114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 Tecnológica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38200" y="1333500"/>
            <a:ext cx="2120265" cy="2057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Backend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38200" y="1714500"/>
            <a:ext cx="2120265" cy="2057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C#, .NET SDK </a:t>
            </a:r>
            <a:r>
              <a:rPr lang="pt-BR" alt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10</a:t>
            </a:r>
            <a:r>
              <a:rPr 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MySQL, XUnit</a:t>
            </a:r>
            <a:endParaRPr lang="en-US" sz="1080" dirty="0"/>
          </a:p>
        </p:txBody>
      </p:sp>
      <p:sp>
        <p:nvSpPr>
          <p:cNvPr id="6" name="Text 3"/>
          <p:cNvSpPr/>
          <p:nvPr/>
        </p:nvSpPr>
        <p:spPr>
          <a:xfrm>
            <a:off x="3562350" y="1333500"/>
            <a:ext cx="2120265" cy="2057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562350" y="1714500"/>
            <a:ext cx="23252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React, JavaScript, TypeScript, HTML/CSS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6286500" y="1333500"/>
            <a:ext cx="2120265" cy="2057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Ferramentas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86500" y="1714500"/>
            <a:ext cx="207253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GitHub, VS Code, Claude AI, GitHub CLI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22950" y="3238500"/>
            <a:ext cx="72981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Desenvolvemos nossa solução com C#, React e MySQL, utilizando o Claude como assistente para estruturar a lógica do código.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81000"/>
            <a:ext cx="5052663" cy="4114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Fases do Desenvolvimento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6750" y="1524000"/>
            <a:ext cx="8001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Etapa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1355" y="2143125"/>
            <a:ext cx="89279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Solução &amp; Repositório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571750" y="1524000"/>
            <a:ext cx="8001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Etapa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76500" y="2143125"/>
            <a:ext cx="1000125" cy="137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Banco de Dados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76750" y="1524000"/>
            <a:ext cx="8001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Etapa 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1500" y="2143125"/>
            <a:ext cx="1000125" cy="137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API Backend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81750" y="1524000"/>
            <a:ext cx="8001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Etapa 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86500" y="2143125"/>
            <a:ext cx="1000125" cy="1371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React Frontend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7836" y="3048000"/>
            <a:ext cx="7928327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Adotamos um ciclo de versionamento em Github, teste manual e validação. Ninguém faz commit de código sem conseguir explicar sua função, garantindo que todo o time domine a aplicação.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57200"/>
            <a:ext cx="4500563" cy="895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525"/>
              </a:lnSpc>
              <a:buNone/>
            </a:pPr>
            <a:r>
              <a:rPr lang="en-US" sz="30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Versionamento</a:t>
            </a:r>
            <a:endParaRPr lang="en-US" sz="3000" dirty="0"/>
          </a:p>
          <a:p>
            <a:pPr marL="0" indent="0">
              <a:lnSpc>
                <a:spcPts val="3525"/>
              </a:lnSpc>
              <a:buNone/>
            </a:pPr>
            <a:r>
              <a:rPr lang="en-US" sz="3000" b="1" dirty="0">
                <a:solidFill>
                  <a:srgbClr val="4080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Rigor Técnico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00100" y="20955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00FF00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$ git status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800100" y="22479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On branch stage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800100" y="24003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Your branch is up to date.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800100" y="25527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00FF00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$ gh pr create --title "feat: backend-api"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800100" y="2705100"/>
            <a:ext cx="4100513" cy="1463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dirty="0">
                <a:solidFill>
                  <a:srgbClr val="888888"/>
                </a:solidFill>
                <a:latin typeface="Fira Code" panose="020B0809050000020004" pitchFamily="34" charset="0"/>
                <a:ea typeface="Fira Code" panose="020B0809050000020004" pitchFamily="34" charset="-122"/>
                <a:cs typeface="Fira Code" panose="020B0809050000020004" pitchFamily="34" charset="-120"/>
              </a:rPr>
              <a:t># PR approved by Caio Cesar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5429250" y="857250"/>
            <a:ext cx="2960370" cy="2139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685"/>
              </a:lnSpc>
              <a:buNone/>
            </a:pPr>
            <a:r>
              <a:rPr lang="en-US" sz="1405" b="1" dirty="0">
                <a:solidFill>
                  <a:srgbClr val="FFA02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Regras do Time</a:t>
            </a:r>
            <a:endParaRPr lang="en-US" sz="1405" dirty="0"/>
          </a:p>
        </p:txBody>
      </p:sp>
      <p:sp>
        <p:nvSpPr>
          <p:cNvPr id="10" name="Text 7"/>
          <p:cNvSpPr/>
          <p:nvPr/>
        </p:nvSpPr>
        <p:spPr>
          <a:xfrm>
            <a:off x="5429250" y="1333500"/>
            <a:ext cx="2804979" cy="2409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725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Nossa estratégia de versionamento prioriza a clareza e a qualidade. Cada commit representa uma unidade lógica de trabalho, como uma classe ou funcionalidade específica, evitando alterações massivas. O fluxo de desenvolvimento exige revisões via Pull Requests, garantindo que todo código seja validado antes de ser integrado à branch </a:t>
            </a:r>
            <a:r>
              <a:rPr lang="pt-BR" altLang="en-US" sz="10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main</a:t>
            </a:r>
            <a:r>
              <a:rPr lang="en-US" sz="105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Esse processo mantém o histórico organizado e assegura que cada integrante domine as alterações realizadas.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35176" y="457200"/>
            <a:ext cx="3647175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Hora do Teste!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38200" y="1714500"/>
            <a:ext cx="212026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A02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1. Manual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8200" y="2190750"/>
            <a:ext cx="2053647" cy="1257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Validamos cada funcionalidade manualmente antes da automação. O teste manual garante que o comportamento esperado ocorra conforme o design do projeto.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3562350" y="1714500"/>
            <a:ext cx="212026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A02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2. Automatizado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562350" y="2190750"/>
            <a:ext cx="2037871" cy="1257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Executamos os testes automatizados com dotnet test para o backend em C# e npm run test para o frontend em React, assegurando a estabilidade do código.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6286500" y="1714500"/>
            <a:ext cx="2120265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A02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3. Demo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86500" y="2190750"/>
            <a:ext cx="2038392" cy="1257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Simulamos o fluxo completo de ponta a ponta, desde o cadastro do excedente até a reserva e retirada final, validando a integração entre os módulos.</a:t>
            </a:r>
            <a:endParaRPr lang="en-US" sz="114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5309" y="742950"/>
            <a:ext cx="7909895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Rumo ao Desperdício Zero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0" y="2286000"/>
            <a:ext cx="114300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67000" y="3524250"/>
            <a:ext cx="400050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804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PROJETO A3 - 2026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30188" y="4191000"/>
            <a:ext cx="828362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F1F1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 EcoFood combate o desperdício alimentar ao conectar excedentes a quem precisa, promovendo o consumo responsável (ODS 12) e o combate à fome (ODS 2).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u"/>
      </p:transition>
    </mc:Choice>
    <mc:Fallback>
      <p:transition>
        <p:push dir="u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2614</Words>
  <Application>WPS Presentation</Application>
  <PresentationFormat>On-screen Show (16:9)</PresentationFormat>
  <Paragraphs>95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SimSun</vt:lpstr>
      <vt:lpstr>Wingdings</vt:lpstr>
      <vt:lpstr>Montserrat ExtraBold</vt:lpstr>
      <vt:lpstr>Montserrat ExtraBold</vt:lpstr>
      <vt:lpstr>Montserrat ExtraBold</vt:lpstr>
      <vt:lpstr>Inter</vt:lpstr>
      <vt:lpstr>Inter</vt:lpstr>
      <vt:lpstr>Inter</vt:lpstr>
      <vt:lpstr>Montserrat</vt:lpstr>
      <vt:lpstr>Montserrat</vt:lpstr>
      <vt:lpstr>Montserrat</vt:lpstr>
      <vt:lpstr>Fira Code</vt:lpstr>
      <vt:lpstr>Fira Code</vt:lpstr>
      <vt:lpstr>Fira Code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 EcoFood</dc:title>
  <dc:creator>PptxGenJS</dc:creator>
  <dc:subject>PptxGenJS Presentation</dc:subject>
  <cp:lastModifiedBy>Caio César22</cp:lastModifiedBy>
  <cp:revision>2</cp:revision>
  <dcterms:created xsi:type="dcterms:W3CDTF">2026-10-24T17:29:00Z</dcterms:created>
  <dcterms:modified xsi:type="dcterms:W3CDTF">2026-10-24T17:39:45Z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1046-12.1.0.28099</vt:lpwstr>
  </property>
  <property fmtid="{D5CDD505-2E9C-101B-9397-08002B2CF9AE}" pid="3" name="ICV">
    <vt:lpwstr>9C463F48D2E64ABCA58B129EAC4E2EBE_12</vt:lpwstr>
  </property>
</Properties>
</file>